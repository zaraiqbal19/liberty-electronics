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ACD440-F009-475D-B557-EC21AB6E0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49" y="1653319"/>
            <a:ext cx="6593901" cy="4612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07CB1D-1C0B-43F4-B344-5190AB519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58203">
            <a:off x="928571" y="3575321"/>
            <a:ext cx="1734123" cy="28985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150481-2024-4433-9EF1-D027B8E7E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27876">
            <a:off x="8154535" y="3539941"/>
            <a:ext cx="2272082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8718AD-4F85-42E5-87A1-80C6664AB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7033" y="2695773"/>
            <a:ext cx="1110953" cy="151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3500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Droplet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Sheikh Bilal</dc:creator>
  <cp:lastModifiedBy>Sheikh Bilal</cp:lastModifiedBy>
  <cp:revision>2</cp:revision>
  <dcterms:created xsi:type="dcterms:W3CDTF">2025-06-19T08:47:36Z</dcterms:created>
  <dcterms:modified xsi:type="dcterms:W3CDTF">2025-06-19T09:18:03Z</dcterms:modified>
</cp:coreProperties>
</file>